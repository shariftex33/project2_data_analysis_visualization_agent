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8463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project and state the goal: automate the first stages of data analysis while keeping execution controlled.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45 seconds. Emphasize that the system combines conventional data science with an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60 seconds. Explain the LLM is a planner, while Pandas performs the actual computation.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45 seconds. Mention that local mode can run without paid API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60 seconds. This is an important engineering point and likely Q&amp;A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Ask: What is the average sales by region? Show the generated chart and explain how the model selected the grouping and aggregation.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7126B-6B77-6319-09C7-4A18BFD13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F669B8-C029-D82E-4B3C-F0EF67C88E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595CA1-6FF3-A87C-0183-D1E3440C03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Ask: What is the average sales by region? Show the generated chart and explain how the model selected the grouping and aggregation.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8ABB9-D108-F76B-53A5-00B425B870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06392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textile example: Show the relationship between twist and hairiness. This connects the project to textile engineering and research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45 seconds. Close by connecting the implementation to the assignment learning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496" y="292481"/>
            <a:ext cx="10634472" cy="1470025"/>
          </a:xfrm>
        </p:spPr>
        <p:txBody>
          <a:bodyPr/>
          <a:lstStyle/>
          <a:p>
            <a:r>
              <a:rPr dirty="0"/>
              <a:t>Project 2: Data Analysis &amp; Visualization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2130552"/>
            <a:ext cx="7491984" cy="249631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dirty="0">
                <a:solidFill>
                  <a:schemeClr val="tx2">
                    <a:lumMod val="50000"/>
                  </a:schemeClr>
                </a:solidFill>
              </a:rPr>
              <a:t>From raw CSV/Excel data to AI-assisted insights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sz="3800" dirty="0">
                <a:solidFill>
                  <a:schemeClr val="tx2">
                    <a:lumMod val="50000"/>
                  </a:schemeClr>
                </a:solidFill>
              </a:rPr>
              <a:t>Python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tr-TR" dirty="0">
              <a:solidFill>
                <a:schemeClr val="tx2">
                  <a:lumMod val="50000"/>
                </a:schemeClr>
              </a:solidFill>
            </a:endParaRPr>
          </a:p>
          <a:p>
            <a:pPr algn="l"/>
            <a:r>
              <a:rPr dirty="0">
                <a:solidFill>
                  <a:schemeClr val="tx2">
                    <a:lumMod val="50000"/>
                  </a:schemeClr>
                </a:solidFill>
              </a:rPr>
              <a:t>• Pandas </a:t>
            </a:r>
            <a:endParaRPr lang="tr-TR" dirty="0">
              <a:solidFill>
                <a:schemeClr val="tx2">
                  <a:lumMod val="50000"/>
                </a:schemeClr>
              </a:solidFill>
            </a:endParaRPr>
          </a:p>
          <a:p>
            <a:pPr algn="l"/>
            <a:r>
              <a:rPr dirty="0">
                <a:solidFill>
                  <a:schemeClr val="tx2">
                    <a:lumMod val="50000"/>
                  </a:schemeClr>
                </a:solidFill>
              </a:rPr>
              <a:t>•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Streamlit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tr-TR" dirty="0">
              <a:solidFill>
                <a:schemeClr val="tx2">
                  <a:lumMod val="50000"/>
                </a:schemeClr>
              </a:solidFill>
            </a:endParaRPr>
          </a:p>
          <a:p>
            <a:pPr algn="l"/>
            <a:r>
              <a:rPr dirty="0">
                <a:solidFill>
                  <a:schemeClr val="tx2">
                    <a:lumMod val="50000"/>
                  </a:schemeClr>
                </a:solidFill>
              </a:rPr>
              <a:t>• </a:t>
            </a:r>
            <a:r>
              <a:rPr dirty="0" err="1">
                <a:solidFill>
                  <a:schemeClr val="tx2">
                    <a:lumMod val="50000"/>
                  </a:schemeClr>
                </a:solidFill>
              </a:rPr>
              <a:t>Ollama</a:t>
            </a:r>
            <a:r>
              <a:rPr dirty="0">
                <a:solidFill>
                  <a:schemeClr val="tx2">
                    <a:lumMod val="50000"/>
                  </a:schemeClr>
                </a:solidFill>
              </a:rPr>
              <a:t>/OpenAI </a:t>
            </a:r>
            <a:endParaRPr lang="tr-TR" dirty="0">
              <a:solidFill>
                <a:schemeClr val="tx2">
                  <a:lumMod val="50000"/>
                </a:schemeClr>
              </a:solidFill>
            </a:endParaRPr>
          </a:p>
          <a:p>
            <a:pPr algn="l"/>
            <a:r>
              <a:rPr dirty="0">
                <a:solidFill>
                  <a:schemeClr val="tx2">
                    <a:lumMod val="50000"/>
                  </a:schemeClr>
                </a:solidFill>
              </a:rPr>
              <a:t>• Matplotlib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821476-5970-C71F-8947-018B912B8BB4}"/>
              </a:ext>
            </a:extLst>
          </p:cNvPr>
          <p:cNvSpPr txBox="1"/>
          <p:nvPr/>
        </p:nvSpPr>
        <p:spPr>
          <a:xfrm>
            <a:off x="9162288" y="6144768"/>
            <a:ext cx="2121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Sharif</a:t>
            </a:r>
            <a:r>
              <a:rPr lang="tr-TR" dirty="0"/>
              <a:t> Ahmed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Problem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/>
            </a:pPr>
            <a:r>
              <a:t>Raw datasets require repetitive inspection before useful analysis.</a:t>
            </a:r>
          </a:p>
          <a:p>
            <a:pPr>
              <a:spcAft>
                <a:spcPts val="1000"/>
              </a:spcAft>
              <a:defRPr sz="2400"/>
            </a:pPr>
            <a:r>
              <a:t>The agent automates structure detection, EDA, questions, charts, and explanations.</a:t>
            </a:r>
          </a:p>
          <a:p>
            <a:pPr>
              <a:spcAft>
                <a:spcPts val="1000"/>
              </a:spcAft>
              <a:defRPr sz="2400"/>
            </a:pPr>
            <a:r>
              <a:t>Goal: turn raw data into actionable insights through natural language.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/>
            </a:pPr>
            <a:r>
              <a:t>Streamlit upload → Pandas profiling → automatic EDA</a:t>
            </a:r>
          </a:p>
          <a:p>
            <a:pPr>
              <a:spcAft>
                <a:spcPts val="1000"/>
              </a:spcAft>
              <a:defRPr sz="2400"/>
            </a:pPr>
            <a:r>
              <a:t>LLM creates a structured analysis plan</a:t>
            </a:r>
          </a:p>
          <a:p>
            <a:pPr>
              <a:spcAft>
                <a:spcPts val="1000"/>
              </a:spcAft>
              <a:defRPr sz="2400"/>
            </a:pPr>
            <a:r>
              <a:t>Restricted Pandas expression is validated and executed</a:t>
            </a:r>
          </a:p>
          <a:p>
            <a:pPr>
              <a:spcAft>
                <a:spcPts val="1000"/>
              </a:spcAft>
              <a:defRPr sz="2400"/>
            </a:pPr>
            <a:r>
              <a:t>Matplotlib generates the requested visualization</a:t>
            </a:r>
          </a:p>
          <a:p>
            <a:pPr>
              <a:spcAft>
                <a:spcPts val="1000"/>
              </a:spcAft>
              <a:defRPr sz="2400"/>
            </a:pPr>
            <a:r>
              <a:t>UI returns result + chart + natural-language explanation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Model Flexibility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/>
            </a:pPr>
            <a:r>
              <a:t>Local Ollama: qwen2.5:3b (recommended), gemma3:4b</a:t>
            </a:r>
          </a:p>
          <a:p>
            <a:pPr>
              <a:spcAft>
                <a:spcPts val="1000"/>
              </a:spcAft>
              <a:defRPr sz="2400"/>
            </a:pPr>
            <a:r>
              <a:t>Ollama cloud-capable option: gpt-oss:120b-cloud if available</a:t>
            </a:r>
          </a:p>
          <a:p>
            <a:pPr>
              <a:spcAft>
                <a:spcPts val="1000"/>
              </a:spcAft>
              <a:defRPr sz="2400"/>
            </a:pPr>
            <a:r>
              <a:t>OpenAI API mode is also supported</a:t>
            </a:r>
          </a:p>
          <a:p>
            <a:pPr>
              <a:spcAft>
                <a:spcPts val="1000"/>
              </a:spcAft>
              <a:defRPr sz="2400"/>
            </a:pPr>
            <a:r>
              <a:t>Same application pipeline; only the LLM provider/model 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Safety &amp; 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/>
            </a:pPr>
            <a:r>
              <a:t>No unrestricted Python REPL is exposed to the model.</a:t>
            </a:r>
          </a:p>
          <a:p>
            <a:pPr>
              <a:spcAft>
                <a:spcPts val="1000"/>
              </a:spcAft>
              <a:defRPr sz="2400"/>
            </a:pPr>
            <a:r>
              <a:t>Only dataframe-oriented expressions using df, pandas, and NumPy are accepted.</a:t>
            </a:r>
          </a:p>
          <a:p>
            <a:pPr>
              <a:spcAft>
                <a:spcPts val="1000"/>
              </a:spcAft>
              <a:defRPr sz="2400"/>
            </a:pPr>
            <a:r>
              <a:t>Imports, OS/file/network access, eval/exec, and similar operations are rejected.</a:t>
            </a:r>
          </a:p>
          <a:p>
            <a:pPr>
              <a:spcAft>
                <a:spcPts val="1000"/>
              </a:spcAft>
              <a:defRPr sz="2400"/>
            </a:pPr>
            <a:r>
              <a:t>If a generated expression fails, the agent gets one repair attempt.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" y="2822528"/>
            <a:ext cx="2220669" cy="1143000"/>
          </a:xfrm>
        </p:spPr>
        <p:txBody>
          <a:bodyPr>
            <a:normAutofit/>
          </a:bodyPr>
          <a:lstStyle/>
          <a:p>
            <a:r>
              <a:rPr sz="3200" dirty="0"/>
              <a:t>5. </a:t>
            </a:r>
            <a:r>
              <a:rPr lang="tr-TR" sz="3200" dirty="0" err="1"/>
              <a:t>Interface</a:t>
            </a:r>
            <a:endParaRPr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7EE2C0-DD9D-8714-3187-C6D56A75F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3277" y="0"/>
            <a:ext cx="9665009" cy="67880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B5679-87F0-BA2A-796D-AAB47A3E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11D04-1A21-97ED-B601-E01CC099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6</a:t>
            </a:r>
            <a:r>
              <a:rPr dirty="0"/>
              <a:t>. Demo: Sales Dataset</a:t>
            </a:r>
          </a:p>
        </p:txBody>
      </p:sp>
      <p:pic>
        <p:nvPicPr>
          <p:cNvPr id="3" name="Picture 2" descr="sales_by_region.png">
            <a:extLst>
              <a:ext uri="{FF2B5EF4-FFF2-40B4-BE49-F238E27FC236}">
                <a16:creationId xmlns:a16="http://schemas.microsoft.com/office/drawing/2014/main" id="{E4A01A57-F5EC-5B7F-1FCF-8A6CF8810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10058400" cy="573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464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7</a:t>
            </a:r>
            <a:r>
              <a:rPr dirty="0"/>
              <a:t>. Demo: Yarn Quality Dataset</a:t>
            </a:r>
          </a:p>
        </p:txBody>
      </p:sp>
      <p:pic>
        <p:nvPicPr>
          <p:cNvPr id="3" name="Picture 2" descr="yarn_twist_hairi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10058400" cy="57193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8</a:t>
            </a:r>
            <a:r>
              <a:rPr dirty="0"/>
              <a:t>. Results &amp; 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/>
            </a:pPr>
            <a:r>
              <a:t>Automated dataset understanding and EDA</a:t>
            </a:r>
          </a:p>
          <a:p>
            <a:pPr>
              <a:spcAft>
                <a:spcPts val="1000"/>
              </a:spcAft>
              <a:defRPr sz="2400"/>
            </a:pPr>
            <a:r>
              <a:t>Natural-language questions over structured data</a:t>
            </a:r>
          </a:p>
          <a:p>
            <a:pPr>
              <a:spcAft>
                <a:spcPts val="1000"/>
              </a:spcAft>
              <a:defRPr sz="2400"/>
            </a:pPr>
            <a:r>
              <a:t>Dynamic visualizations driven by the query</a:t>
            </a:r>
          </a:p>
          <a:p>
            <a:pPr>
              <a:spcAft>
                <a:spcPts val="1000"/>
              </a:spcAft>
              <a:defRPr sz="2400"/>
            </a:pPr>
            <a:r>
              <a:t>Explanations alongside numerical results</a:t>
            </a:r>
          </a:p>
          <a:p>
            <a:pPr>
              <a:spcAft>
                <a:spcPts val="1000"/>
              </a:spcAft>
              <a:defRPr sz="2400"/>
            </a:pPr>
            <a:r>
              <a:t>Safe execution and graceful error handling</a:t>
            </a:r>
          </a:p>
          <a:p>
            <a:pPr>
              <a:spcAft>
                <a:spcPts val="1000"/>
              </a:spcAft>
              <a:defRPr sz="2400"/>
            </a:pPr>
            <a:r>
              <a:t>Reusable architecture for future research datasets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438</Words>
  <Application>Microsoft Office PowerPoint</Application>
  <PresentationFormat>Widescreen</PresentationFormat>
  <Paragraphs>47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Project 2: Data Analysis &amp; Visualization Agent</vt:lpstr>
      <vt:lpstr>1. Problem &amp; Objective</vt:lpstr>
      <vt:lpstr>2. System Architecture</vt:lpstr>
      <vt:lpstr>3. Model Flexibility</vt:lpstr>
      <vt:lpstr>4. Safety &amp; Error Handling</vt:lpstr>
      <vt:lpstr>5. Interface</vt:lpstr>
      <vt:lpstr>6. Demo: Sales Dataset</vt:lpstr>
      <vt:lpstr>7. Demo: Yarn Quality Dataset</vt:lpstr>
      <vt:lpstr>8. Results &amp; Learning Outcomes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SHARIF AHMED</cp:lastModifiedBy>
  <cp:revision>2</cp:revision>
  <dcterms:created xsi:type="dcterms:W3CDTF">2013-01-27T09:14:16Z</dcterms:created>
  <dcterms:modified xsi:type="dcterms:W3CDTF">2026-10-23T07:51:32Z</dcterms:modified>
  <cp:category/>
</cp:coreProperties>
</file>